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3" d="100"/>
          <a:sy n="133" d="100"/>
        </p:scale>
        <p:origin x="-112" y="-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4ECC-45F1-BA48-9412-D2D43D03E463}" type="datetimeFigureOut">
              <a:rPr kumimoji="1" lang="ja-JP" altLang="en-US" smtClean="0"/>
              <a:t>2014/11/10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E90E-1B71-134B-AAF6-14D15372C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3844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4ECC-45F1-BA48-9412-D2D43D03E463}" type="datetimeFigureOut">
              <a:rPr kumimoji="1" lang="ja-JP" altLang="en-US" smtClean="0"/>
              <a:t>2014/11/10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E90E-1B71-134B-AAF6-14D15372C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237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4ECC-45F1-BA48-9412-D2D43D03E463}" type="datetimeFigureOut">
              <a:rPr kumimoji="1" lang="ja-JP" altLang="en-US" smtClean="0"/>
              <a:t>2014/11/10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E90E-1B71-134B-AAF6-14D15372C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8352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4ECC-45F1-BA48-9412-D2D43D03E463}" type="datetimeFigureOut">
              <a:rPr kumimoji="1" lang="ja-JP" altLang="en-US" smtClean="0"/>
              <a:t>2014/11/10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E90E-1B71-134B-AAF6-14D15372C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8438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4ECC-45F1-BA48-9412-D2D43D03E463}" type="datetimeFigureOut">
              <a:rPr kumimoji="1" lang="ja-JP" altLang="en-US" smtClean="0"/>
              <a:t>2014/11/10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E90E-1B71-134B-AAF6-14D15372C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123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4ECC-45F1-BA48-9412-D2D43D03E463}" type="datetimeFigureOut">
              <a:rPr kumimoji="1" lang="ja-JP" altLang="en-US" smtClean="0"/>
              <a:t>2014/11/10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E90E-1B71-134B-AAF6-14D15372C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0751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4ECC-45F1-BA48-9412-D2D43D03E463}" type="datetimeFigureOut">
              <a:rPr kumimoji="1" lang="ja-JP" altLang="en-US" smtClean="0"/>
              <a:t>2014/11/10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E90E-1B71-134B-AAF6-14D15372C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480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4ECC-45F1-BA48-9412-D2D43D03E463}" type="datetimeFigureOut">
              <a:rPr kumimoji="1" lang="ja-JP" altLang="en-US" smtClean="0"/>
              <a:t>2014/11/10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E90E-1B71-134B-AAF6-14D15372C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8802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4ECC-45F1-BA48-9412-D2D43D03E463}" type="datetimeFigureOut">
              <a:rPr kumimoji="1" lang="ja-JP" altLang="en-US" smtClean="0"/>
              <a:t>2014/11/10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E90E-1B71-134B-AAF6-14D15372C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431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4ECC-45F1-BA48-9412-D2D43D03E463}" type="datetimeFigureOut">
              <a:rPr kumimoji="1" lang="ja-JP" altLang="en-US" smtClean="0"/>
              <a:t>2014/11/10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E90E-1B71-134B-AAF6-14D15372C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2134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4ECC-45F1-BA48-9412-D2D43D03E463}" type="datetimeFigureOut">
              <a:rPr kumimoji="1" lang="ja-JP" altLang="en-US" smtClean="0"/>
              <a:t>2014/11/10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8E90E-1B71-134B-AAF6-14D15372C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2012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E4ECC-45F1-BA48-9412-D2D43D03E463}" type="datetimeFigureOut">
              <a:rPr kumimoji="1" lang="ja-JP" altLang="en-US" smtClean="0"/>
              <a:t>2014/11/10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8E90E-1B71-134B-AAF6-14D15372CF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2858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emf"/><Relationship Id="rId20" Type="http://schemas.openxmlformats.org/officeDocument/2006/relationships/image" Target="../media/image19.emf"/><Relationship Id="rId21" Type="http://schemas.openxmlformats.org/officeDocument/2006/relationships/image" Target="../media/image20.emf"/><Relationship Id="rId22" Type="http://schemas.openxmlformats.org/officeDocument/2006/relationships/image" Target="../media/image21.emf"/><Relationship Id="rId23" Type="http://schemas.openxmlformats.org/officeDocument/2006/relationships/image" Target="../media/image22.emf"/><Relationship Id="rId24" Type="http://schemas.openxmlformats.org/officeDocument/2006/relationships/image" Target="../media/image23.emf"/><Relationship Id="rId25" Type="http://schemas.openxmlformats.org/officeDocument/2006/relationships/image" Target="../media/image24.emf"/><Relationship Id="rId26" Type="http://schemas.openxmlformats.org/officeDocument/2006/relationships/image" Target="../media/image25.emf"/><Relationship Id="rId27" Type="http://schemas.openxmlformats.org/officeDocument/2006/relationships/image" Target="../media/image26.emf"/><Relationship Id="rId28" Type="http://schemas.openxmlformats.org/officeDocument/2006/relationships/image" Target="../media/image27.emf"/><Relationship Id="rId10" Type="http://schemas.openxmlformats.org/officeDocument/2006/relationships/image" Target="../media/image9.emf"/><Relationship Id="rId11" Type="http://schemas.openxmlformats.org/officeDocument/2006/relationships/image" Target="../media/image10.emf"/><Relationship Id="rId12" Type="http://schemas.openxmlformats.org/officeDocument/2006/relationships/image" Target="../media/image11.emf"/><Relationship Id="rId13" Type="http://schemas.openxmlformats.org/officeDocument/2006/relationships/image" Target="../media/image12.emf"/><Relationship Id="rId14" Type="http://schemas.openxmlformats.org/officeDocument/2006/relationships/image" Target="../media/image13.emf"/><Relationship Id="rId15" Type="http://schemas.openxmlformats.org/officeDocument/2006/relationships/image" Target="../media/image14.emf"/><Relationship Id="rId16" Type="http://schemas.openxmlformats.org/officeDocument/2006/relationships/image" Target="../media/image15.emf"/><Relationship Id="rId17" Type="http://schemas.openxmlformats.org/officeDocument/2006/relationships/image" Target="../media/image16.emf"/><Relationship Id="rId18" Type="http://schemas.openxmlformats.org/officeDocument/2006/relationships/image" Target="../media/image17.emf"/><Relationship Id="rId19" Type="http://schemas.openxmlformats.org/officeDocument/2006/relationships/image" Target="../media/image18.emf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emf"/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7" Type="http://schemas.openxmlformats.org/officeDocument/2006/relationships/image" Target="../media/image6.emf"/><Relationship Id="rId8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2186635" y="926176"/>
            <a:ext cx="4354172" cy="66837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03" y="2247352"/>
            <a:ext cx="1231900" cy="279400"/>
          </a:xfrm>
          <a:prstGeom prst="rect">
            <a:avLst/>
          </a:prstGeom>
        </p:spPr>
      </p:pic>
      <p:pic>
        <p:nvPicPr>
          <p:cNvPr id="9" name="図 8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418" y="2247352"/>
            <a:ext cx="825500" cy="520700"/>
          </a:xfrm>
          <a:prstGeom prst="rect">
            <a:avLst/>
          </a:prstGeom>
        </p:spPr>
      </p:pic>
      <p:sp>
        <p:nvSpPr>
          <p:cNvPr id="10" name="正方形/長方形 9"/>
          <p:cNvSpPr/>
          <p:nvPr/>
        </p:nvSpPr>
        <p:spPr>
          <a:xfrm>
            <a:off x="658477" y="2192565"/>
            <a:ext cx="1394477" cy="43319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2682407" y="2192194"/>
            <a:ext cx="1557182" cy="67226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4849945" y="2192194"/>
            <a:ext cx="1022458" cy="43319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/>
        </p:nvSpPr>
        <p:spPr>
          <a:xfrm>
            <a:off x="6272312" y="2192565"/>
            <a:ext cx="1032385" cy="67226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77" y="3558933"/>
            <a:ext cx="3149600" cy="520700"/>
          </a:xfrm>
          <a:prstGeom prst="rect">
            <a:avLst/>
          </a:prstGeom>
        </p:spPr>
      </p:pic>
      <p:sp>
        <p:nvSpPr>
          <p:cNvPr id="15" name="正方形/長方形 14"/>
          <p:cNvSpPr/>
          <p:nvPr/>
        </p:nvSpPr>
        <p:spPr>
          <a:xfrm>
            <a:off x="629453" y="3480830"/>
            <a:ext cx="3178624" cy="67226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図 15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907" y="961821"/>
            <a:ext cx="4279900" cy="520700"/>
          </a:xfrm>
          <a:prstGeom prst="rect">
            <a:avLst/>
          </a:prstGeom>
        </p:spPr>
      </p:pic>
      <p:pic>
        <p:nvPicPr>
          <p:cNvPr id="17" name="図 16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097" y="3654090"/>
            <a:ext cx="2514600" cy="254000"/>
          </a:xfrm>
          <a:prstGeom prst="rect">
            <a:avLst/>
          </a:prstGeom>
        </p:spPr>
      </p:pic>
      <p:sp>
        <p:nvSpPr>
          <p:cNvPr id="18" name="正方形/長方形 17"/>
          <p:cNvSpPr/>
          <p:nvPr/>
        </p:nvSpPr>
        <p:spPr>
          <a:xfrm>
            <a:off x="4715129" y="3554667"/>
            <a:ext cx="2656407" cy="44603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 descr="latex-image-1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084" y="4870839"/>
            <a:ext cx="825500" cy="254000"/>
          </a:xfrm>
          <a:prstGeom prst="rect">
            <a:avLst/>
          </a:prstGeom>
        </p:spPr>
      </p:pic>
      <p:pic>
        <p:nvPicPr>
          <p:cNvPr id="20" name="図 19" descr="latex-image-1.pdf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834" y="2272752"/>
            <a:ext cx="914400" cy="254000"/>
          </a:xfrm>
          <a:prstGeom prst="rect">
            <a:avLst/>
          </a:prstGeom>
        </p:spPr>
      </p:pic>
      <p:sp>
        <p:nvSpPr>
          <p:cNvPr id="21" name="正方形/長方形 20"/>
          <p:cNvSpPr/>
          <p:nvPr/>
        </p:nvSpPr>
        <p:spPr>
          <a:xfrm>
            <a:off x="4332141" y="4802610"/>
            <a:ext cx="1022458" cy="43319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2" name="図 21" descr="latex-image-1.pdf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7971" y="4870839"/>
            <a:ext cx="1460500" cy="520700"/>
          </a:xfrm>
          <a:prstGeom prst="rect">
            <a:avLst/>
          </a:prstGeom>
        </p:spPr>
      </p:pic>
      <p:sp>
        <p:nvSpPr>
          <p:cNvPr id="23" name="正方形/長方形 22"/>
          <p:cNvSpPr/>
          <p:nvPr/>
        </p:nvSpPr>
        <p:spPr>
          <a:xfrm>
            <a:off x="2021289" y="4788705"/>
            <a:ext cx="1635834" cy="67226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4" name="図 23" descr="latex-image-1.pdf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333" y="4847616"/>
            <a:ext cx="1371600" cy="254000"/>
          </a:xfrm>
          <a:prstGeom prst="rect">
            <a:avLst/>
          </a:prstGeom>
        </p:spPr>
      </p:pic>
      <p:sp>
        <p:nvSpPr>
          <p:cNvPr id="25" name="正方形/長方形 24"/>
          <p:cNvSpPr/>
          <p:nvPr/>
        </p:nvSpPr>
        <p:spPr>
          <a:xfrm>
            <a:off x="5977059" y="4787776"/>
            <a:ext cx="1528159" cy="4480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矢印コネクタ 26"/>
          <p:cNvCxnSpPr>
            <a:endCxn id="10" idx="0"/>
          </p:cNvCxnSpPr>
          <p:nvPr/>
        </p:nvCxnSpPr>
        <p:spPr>
          <a:xfrm flipH="1">
            <a:off x="1355716" y="1594551"/>
            <a:ext cx="1402385" cy="59801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>
            <a:endCxn id="11" idx="0"/>
          </p:cNvCxnSpPr>
          <p:nvPr/>
        </p:nvCxnSpPr>
        <p:spPr>
          <a:xfrm>
            <a:off x="3447053" y="1594551"/>
            <a:ext cx="13945" cy="5976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/>
          <p:cNvCxnSpPr/>
          <p:nvPr/>
        </p:nvCxnSpPr>
        <p:spPr>
          <a:xfrm>
            <a:off x="5264584" y="1594551"/>
            <a:ext cx="0" cy="5976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/>
          <p:cNvCxnSpPr>
            <a:endCxn id="13" idx="0"/>
          </p:cNvCxnSpPr>
          <p:nvPr/>
        </p:nvCxnSpPr>
        <p:spPr>
          <a:xfrm>
            <a:off x="5766234" y="1594922"/>
            <a:ext cx="1022271" cy="5976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/>
          <p:cNvCxnSpPr/>
          <p:nvPr/>
        </p:nvCxnSpPr>
        <p:spPr>
          <a:xfrm flipH="1">
            <a:off x="2052954" y="2883187"/>
            <a:ext cx="1069446" cy="5976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/>
          <p:cNvCxnSpPr/>
          <p:nvPr/>
        </p:nvCxnSpPr>
        <p:spPr>
          <a:xfrm>
            <a:off x="3660038" y="2864462"/>
            <a:ext cx="2106196" cy="6902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/>
          <p:cNvCxnSpPr/>
          <p:nvPr/>
        </p:nvCxnSpPr>
        <p:spPr>
          <a:xfrm flipV="1">
            <a:off x="2758101" y="2625757"/>
            <a:ext cx="2506483" cy="8371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/>
          <p:cNvCxnSpPr/>
          <p:nvPr/>
        </p:nvCxnSpPr>
        <p:spPr>
          <a:xfrm>
            <a:off x="2857953" y="4153098"/>
            <a:ext cx="0" cy="5976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/>
          <p:cNvCxnSpPr>
            <a:endCxn id="21" idx="0"/>
          </p:cNvCxnSpPr>
          <p:nvPr/>
        </p:nvCxnSpPr>
        <p:spPr>
          <a:xfrm>
            <a:off x="3122400" y="4153098"/>
            <a:ext cx="1720970" cy="64951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/>
          <p:cNvCxnSpPr/>
          <p:nvPr/>
        </p:nvCxnSpPr>
        <p:spPr>
          <a:xfrm flipV="1">
            <a:off x="3130864" y="4000699"/>
            <a:ext cx="2133720" cy="7870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/>
          <p:cNvCxnSpPr/>
          <p:nvPr/>
        </p:nvCxnSpPr>
        <p:spPr>
          <a:xfrm flipH="1">
            <a:off x="6395418" y="4006676"/>
            <a:ext cx="2537" cy="7820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/>
          <p:cNvCxnSpPr/>
          <p:nvPr/>
        </p:nvCxnSpPr>
        <p:spPr>
          <a:xfrm flipH="1">
            <a:off x="5098965" y="3968712"/>
            <a:ext cx="773439" cy="83389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図 49" descr="latex-image-1.pdf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303" y="1703012"/>
            <a:ext cx="165100" cy="203200"/>
          </a:xfrm>
          <a:prstGeom prst="rect">
            <a:avLst/>
          </a:prstGeom>
        </p:spPr>
      </p:pic>
      <p:pic>
        <p:nvPicPr>
          <p:cNvPr id="52" name="図 51" descr="latex-image-1.pdf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553" y="1728412"/>
            <a:ext cx="203200" cy="177800"/>
          </a:xfrm>
          <a:prstGeom prst="rect">
            <a:avLst/>
          </a:prstGeom>
        </p:spPr>
      </p:pic>
      <p:pic>
        <p:nvPicPr>
          <p:cNvPr id="53" name="図 52" descr="latex-image-1.pdf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664" y="4322000"/>
            <a:ext cx="203200" cy="177800"/>
          </a:xfrm>
          <a:prstGeom prst="rect">
            <a:avLst/>
          </a:prstGeom>
        </p:spPr>
      </p:pic>
      <p:pic>
        <p:nvPicPr>
          <p:cNvPr id="54" name="図 53" descr="latex-image-1.pdf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15" y="1763452"/>
            <a:ext cx="177800" cy="177800"/>
          </a:xfrm>
          <a:prstGeom prst="rect">
            <a:avLst/>
          </a:prstGeom>
        </p:spPr>
      </p:pic>
      <p:pic>
        <p:nvPicPr>
          <p:cNvPr id="55" name="図 54" descr="latex-image-1.pdf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026" y="4233100"/>
            <a:ext cx="177800" cy="177800"/>
          </a:xfrm>
          <a:prstGeom prst="rect">
            <a:avLst/>
          </a:prstGeom>
        </p:spPr>
      </p:pic>
      <p:pic>
        <p:nvPicPr>
          <p:cNvPr id="56" name="図 55" descr="latex-image-1.pdf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924" y="2985623"/>
            <a:ext cx="177800" cy="177800"/>
          </a:xfrm>
          <a:prstGeom prst="rect">
            <a:avLst/>
          </a:prstGeom>
        </p:spPr>
      </p:pic>
      <p:pic>
        <p:nvPicPr>
          <p:cNvPr id="57" name="図 56" descr="latex-image-1.pdf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808" y="1706163"/>
            <a:ext cx="88900" cy="177800"/>
          </a:xfrm>
          <a:prstGeom prst="rect">
            <a:avLst/>
          </a:prstGeom>
        </p:spPr>
      </p:pic>
      <p:pic>
        <p:nvPicPr>
          <p:cNvPr id="58" name="図 57" descr="latex-image-1.pdf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077" y="4233100"/>
            <a:ext cx="88900" cy="177800"/>
          </a:xfrm>
          <a:prstGeom prst="rect">
            <a:avLst/>
          </a:prstGeom>
        </p:spPr>
      </p:pic>
      <p:pic>
        <p:nvPicPr>
          <p:cNvPr id="59" name="図 58" descr="latex-image-1.pdf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924" y="4484691"/>
            <a:ext cx="177800" cy="177800"/>
          </a:xfrm>
          <a:prstGeom prst="rect">
            <a:avLst/>
          </a:prstGeom>
        </p:spPr>
      </p:pic>
      <p:pic>
        <p:nvPicPr>
          <p:cNvPr id="60" name="図 59" descr="latex-image-1.pdf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803" y="2272752"/>
            <a:ext cx="1460500" cy="520700"/>
          </a:xfrm>
          <a:prstGeom prst="rect">
            <a:avLst/>
          </a:prstGeom>
        </p:spPr>
      </p:pic>
      <p:pic>
        <p:nvPicPr>
          <p:cNvPr id="61" name="図 60" descr="latex-image-1.pdf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129" y="2985623"/>
            <a:ext cx="177800" cy="177800"/>
          </a:xfrm>
          <a:prstGeom prst="rect">
            <a:avLst/>
          </a:prstGeom>
        </p:spPr>
      </p:pic>
      <p:pic>
        <p:nvPicPr>
          <p:cNvPr id="63" name="図 62" descr="latex-image-1.pdf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134" y="4306891"/>
            <a:ext cx="88900" cy="177800"/>
          </a:xfrm>
          <a:prstGeom prst="rect">
            <a:avLst/>
          </a:prstGeom>
        </p:spPr>
      </p:pic>
      <p:pic>
        <p:nvPicPr>
          <p:cNvPr id="64" name="図 63" descr="latex-image-1.pdf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026" y="3068266"/>
            <a:ext cx="177800" cy="88900"/>
          </a:xfrm>
          <a:prstGeom prst="rect">
            <a:avLst/>
          </a:prstGeom>
        </p:spPr>
      </p:pic>
      <p:pic>
        <p:nvPicPr>
          <p:cNvPr id="65" name="図 64" descr="latex-image-1.pdf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159" y="830973"/>
            <a:ext cx="203200" cy="228600"/>
          </a:xfrm>
          <a:prstGeom prst="rect">
            <a:avLst/>
          </a:prstGeom>
        </p:spPr>
      </p:pic>
      <p:pic>
        <p:nvPicPr>
          <p:cNvPr id="66" name="図 65" descr="latex-image-1.pdf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95" y="1909920"/>
            <a:ext cx="203200" cy="228600"/>
          </a:xfrm>
          <a:prstGeom prst="rect">
            <a:avLst/>
          </a:prstGeom>
        </p:spPr>
      </p:pic>
      <p:pic>
        <p:nvPicPr>
          <p:cNvPr id="67" name="図 66" descr="latex-image-1.pdf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952" y="1929016"/>
            <a:ext cx="203200" cy="228600"/>
          </a:xfrm>
          <a:prstGeom prst="rect">
            <a:avLst/>
          </a:prstGeom>
        </p:spPr>
      </p:pic>
      <p:pic>
        <p:nvPicPr>
          <p:cNvPr id="68" name="図 67" descr="latex-image-1.pdf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295" y="1900372"/>
            <a:ext cx="203200" cy="228600"/>
          </a:xfrm>
          <a:prstGeom prst="rect">
            <a:avLst/>
          </a:prstGeom>
        </p:spPr>
      </p:pic>
      <p:pic>
        <p:nvPicPr>
          <p:cNvPr id="69" name="図 68" descr="latex-image-1.pdf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027" y="1900372"/>
            <a:ext cx="203200" cy="228600"/>
          </a:xfrm>
          <a:prstGeom prst="rect">
            <a:avLst/>
          </a:prstGeom>
        </p:spPr>
      </p:pic>
      <p:pic>
        <p:nvPicPr>
          <p:cNvPr id="70" name="図 69" descr="latex-image-1.pdf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519" y="3189380"/>
            <a:ext cx="203200" cy="228600"/>
          </a:xfrm>
          <a:prstGeom prst="rect">
            <a:avLst/>
          </a:prstGeom>
        </p:spPr>
      </p:pic>
      <p:pic>
        <p:nvPicPr>
          <p:cNvPr id="71" name="図 70" descr="latex-image-1.pdf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642" y="3428085"/>
            <a:ext cx="203200" cy="228600"/>
          </a:xfrm>
          <a:prstGeom prst="rect">
            <a:avLst/>
          </a:prstGeom>
        </p:spPr>
      </p:pic>
      <p:pic>
        <p:nvPicPr>
          <p:cNvPr id="72" name="図 71" descr="latex-image-1.pdf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159" y="4478388"/>
            <a:ext cx="203200" cy="228600"/>
          </a:xfrm>
          <a:prstGeom prst="rect">
            <a:avLst/>
          </a:prstGeom>
        </p:spPr>
      </p:pic>
      <p:pic>
        <p:nvPicPr>
          <p:cNvPr id="73" name="図 72" descr="latex-image-1.pdf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697" y="4745738"/>
            <a:ext cx="203200" cy="228600"/>
          </a:xfrm>
          <a:prstGeom prst="rect">
            <a:avLst/>
          </a:prstGeom>
        </p:spPr>
      </p:pic>
      <p:pic>
        <p:nvPicPr>
          <p:cNvPr id="74" name="図 73" descr="latex-image-1.pdf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032" y="4497484"/>
            <a:ext cx="2032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773675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0</Words>
  <Application>Microsoft Macintosh PowerPoint</Application>
  <PresentationFormat>画面に合わせる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ホワイト</vt:lpstr>
      <vt:lpstr>PowerPoint プレゼンテーション</vt:lpstr>
    </vt:vector>
  </TitlesOfParts>
  <Company>名古屋大学情報科学研究科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Shoji Yuen</dc:creator>
  <cp:lastModifiedBy>Shoji Yuen</cp:lastModifiedBy>
  <cp:revision>4</cp:revision>
  <dcterms:created xsi:type="dcterms:W3CDTF">2014-11-10T04:22:03Z</dcterms:created>
  <dcterms:modified xsi:type="dcterms:W3CDTF">2014-11-10T11:17:09Z</dcterms:modified>
</cp:coreProperties>
</file>