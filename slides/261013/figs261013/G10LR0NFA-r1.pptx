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20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92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07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21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35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23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8311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483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6444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40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825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704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A7F13-6FB3-6A41-BB9D-C36B51F9F6E9}" type="datetimeFigureOut">
              <a:rPr kumimoji="1" lang="ja-JP" altLang="en-US" smtClean="0"/>
              <a:t>2018/11/12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EF42C-9C64-3C4F-B04C-2194B1F3CD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21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3" Type="http://schemas.openxmlformats.org/officeDocument/2006/relationships/image" Target="../media/image2.emf"/><Relationship Id="rId21" Type="http://schemas.openxmlformats.org/officeDocument/2006/relationships/image" Target="../media/image20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20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24" Type="http://schemas.openxmlformats.org/officeDocument/2006/relationships/image" Target="../media/image23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23" Type="http://schemas.openxmlformats.org/officeDocument/2006/relationships/image" Target="../media/image22.emf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Relationship Id="rId22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52" y="596712"/>
            <a:ext cx="1143000" cy="273050"/>
          </a:xfrm>
          <a:prstGeom prst="rect">
            <a:avLst/>
          </a:prstGeom>
        </p:spPr>
      </p:pic>
      <p:pic>
        <p:nvPicPr>
          <p:cNvPr id="5" name="図 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991" y="596712"/>
            <a:ext cx="1231900" cy="273050"/>
          </a:xfrm>
          <a:prstGeom prst="rect">
            <a:avLst/>
          </a:prstGeom>
        </p:spPr>
      </p:pic>
      <p:pic>
        <p:nvPicPr>
          <p:cNvPr id="7" name="図 6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52" y="1269961"/>
            <a:ext cx="1397000" cy="254000"/>
          </a:xfrm>
          <a:prstGeom prst="rect">
            <a:avLst/>
          </a:prstGeom>
        </p:spPr>
      </p:pic>
      <p:pic>
        <p:nvPicPr>
          <p:cNvPr id="8" name="図 7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991" y="1269961"/>
            <a:ext cx="1397000" cy="254000"/>
          </a:xfrm>
          <a:prstGeom prst="rect">
            <a:avLst/>
          </a:prstGeom>
        </p:spPr>
      </p:pic>
      <p:pic>
        <p:nvPicPr>
          <p:cNvPr id="9" name="図 8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783" y="1269961"/>
            <a:ext cx="1397000" cy="254000"/>
          </a:xfrm>
          <a:prstGeom prst="rect">
            <a:avLst/>
          </a:prstGeom>
        </p:spPr>
      </p:pic>
      <p:pic>
        <p:nvPicPr>
          <p:cNvPr id="10" name="図 9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561" y="1269961"/>
            <a:ext cx="1397000" cy="254000"/>
          </a:xfrm>
          <a:prstGeom prst="rect">
            <a:avLst/>
          </a:prstGeom>
        </p:spPr>
      </p:pic>
      <p:pic>
        <p:nvPicPr>
          <p:cNvPr id="11" name="図 10" descr="latex-image-1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52" y="1978237"/>
            <a:ext cx="800100" cy="254000"/>
          </a:xfrm>
          <a:prstGeom prst="rect">
            <a:avLst/>
          </a:prstGeom>
        </p:spPr>
      </p:pic>
      <p:pic>
        <p:nvPicPr>
          <p:cNvPr id="12" name="図 11" descr="latex-image-1.pd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991" y="1978237"/>
            <a:ext cx="800100" cy="254000"/>
          </a:xfrm>
          <a:prstGeom prst="rect">
            <a:avLst/>
          </a:prstGeom>
        </p:spPr>
      </p:pic>
      <p:pic>
        <p:nvPicPr>
          <p:cNvPr id="13" name="図 12" descr="latex-image-1.pd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52" y="2609804"/>
            <a:ext cx="1371600" cy="254000"/>
          </a:xfrm>
          <a:prstGeom prst="rect">
            <a:avLst/>
          </a:prstGeom>
        </p:spPr>
      </p:pic>
      <p:pic>
        <p:nvPicPr>
          <p:cNvPr id="14" name="図 13" descr="latex-image-1.pd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991" y="2609804"/>
            <a:ext cx="1371600" cy="254000"/>
          </a:xfrm>
          <a:prstGeom prst="rect">
            <a:avLst/>
          </a:prstGeom>
        </p:spPr>
      </p:pic>
      <p:pic>
        <p:nvPicPr>
          <p:cNvPr id="15" name="図 14" descr="latex-image-1.pdf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783" y="2609804"/>
            <a:ext cx="1371600" cy="254000"/>
          </a:xfrm>
          <a:prstGeom prst="rect">
            <a:avLst/>
          </a:prstGeom>
        </p:spPr>
      </p:pic>
      <p:pic>
        <p:nvPicPr>
          <p:cNvPr id="16" name="図 15" descr="latex-image-1.pd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561" y="2609804"/>
            <a:ext cx="1371600" cy="254000"/>
          </a:xfrm>
          <a:prstGeom prst="rect">
            <a:avLst/>
          </a:prstGeom>
        </p:spPr>
      </p:pic>
      <p:pic>
        <p:nvPicPr>
          <p:cNvPr id="17" name="図 16" descr="latex-image-1.pdf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52" y="3223476"/>
            <a:ext cx="914400" cy="254000"/>
          </a:xfrm>
          <a:prstGeom prst="rect">
            <a:avLst/>
          </a:prstGeom>
        </p:spPr>
      </p:pic>
      <p:pic>
        <p:nvPicPr>
          <p:cNvPr id="18" name="図 17" descr="latex-image-1.pdf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991" y="3223476"/>
            <a:ext cx="914400" cy="254000"/>
          </a:xfrm>
          <a:prstGeom prst="rect">
            <a:avLst/>
          </a:prstGeom>
        </p:spPr>
      </p:pic>
      <p:cxnSp>
        <p:nvCxnSpPr>
          <p:cNvPr id="22" name="直線矢印コネクタ 21"/>
          <p:cNvCxnSpPr/>
          <p:nvPr/>
        </p:nvCxnSpPr>
        <p:spPr>
          <a:xfrm>
            <a:off x="1917875" y="732997"/>
            <a:ext cx="4943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/>
          <p:nvPr/>
        </p:nvCxnSpPr>
        <p:spPr>
          <a:xfrm>
            <a:off x="2129942" y="1388267"/>
            <a:ext cx="28231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>
            <a:off x="1600267" y="2104218"/>
            <a:ext cx="81199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/>
          <p:nvPr/>
        </p:nvCxnSpPr>
        <p:spPr>
          <a:xfrm>
            <a:off x="2152424" y="2733919"/>
            <a:ext cx="28231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>
            <a:off x="1670682" y="3348609"/>
            <a:ext cx="74157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>
            <a:off x="1600267" y="3944216"/>
            <a:ext cx="811993" cy="192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>
            <a:endCxn id="9" idx="1"/>
          </p:cNvCxnSpPr>
          <p:nvPr/>
        </p:nvCxnSpPr>
        <p:spPr>
          <a:xfrm flipV="1">
            <a:off x="3872991" y="1396961"/>
            <a:ext cx="346792" cy="63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/>
          <p:cNvCxnSpPr>
            <a:endCxn id="10" idx="1"/>
          </p:cNvCxnSpPr>
          <p:nvPr/>
        </p:nvCxnSpPr>
        <p:spPr>
          <a:xfrm flipV="1">
            <a:off x="5616783" y="1396961"/>
            <a:ext cx="486778" cy="192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 flipV="1">
            <a:off x="3847591" y="2733919"/>
            <a:ext cx="346792" cy="63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/>
          <p:cNvCxnSpPr/>
          <p:nvPr/>
        </p:nvCxnSpPr>
        <p:spPr>
          <a:xfrm flipV="1">
            <a:off x="5616783" y="2733919"/>
            <a:ext cx="486778" cy="192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/>
          <p:cNvCxnSpPr/>
          <p:nvPr/>
        </p:nvCxnSpPr>
        <p:spPr>
          <a:xfrm>
            <a:off x="1244487" y="895958"/>
            <a:ext cx="0" cy="37400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フリーフォーム 51"/>
          <p:cNvSpPr/>
          <p:nvPr/>
        </p:nvSpPr>
        <p:spPr>
          <a:xfrm>
            <a:off x="366436" y="732997"/>
            <a:ext cx="289903" cy="1338147"/>
          </a:xfrm>
          <a:custGeom>
            <a:avLst/>
            <a:gdLst>
              <a:gd name="connsiteX0" fmla="*/ 289903 w 289903"/>
              <a:gd name="connsiteY0" fmla="*/ 0 h 1338147"/>
              <a:gd name="connsiteX1" fmla="*/ 91 w 289903"/>
              <a:gd name="connsiteY1" fmla="*/ 732998 h 1338147"/>
              <a:gd name="connsiteX2" fmla="*/ 255808 w 289903"/>
              <a:gd name="connsiteY2" fmla="*/ 1338147 h 1338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903" h="1338147">
                <a:moveTo>
                  <a:pt x="289903" y="0"/>
                </a:moveTo>
                <a:cubicBezTo>
                  <a:pt x="147838" y="254987"/>
                  <a:pt x="5773" y="509974"/>
                  <a:pt x="91" y="732998"/>
                </a:cubicBezTo>
                <a:cubicBezTo>
                  <a:pt x="-5591" y="956022"/>
                  <a:pt x="255808" y="1338147"/>
                  <a:pt x="255808" y="1338147"/>
                </a:cubicBezTo>
              </a:path>
            </a:pathLst>
          </a:custGeom>
          <a:ln cap="flat"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フリーフォーム 52"/>
          <p:cNvSpPr/>
          <p:nvPr/>
        </p:nvSpPr>
        <p:spPr>
          <a:xfrm>
            <a:off x="409090" y="1406332"/>
            <a:ext cx="221678" cy="1312577"/>
          </a:xfrm>
          <a:custGeom>
            <a:avLst/>
            <a:gdLst>
              <a:gd name="connsiteX0" fmla="*/ 204630 w 221678"/>
              <a:gd name="connsiteY0" fmla="*/ 0 h 1312577"/>
              <a:gd name="connsiteX1" fmla="*/ 57 w 221678"/>
              <a:gd name="connsiteY1" fmla="*/ 715951 h 1312577"/>
              <a:gd name="connsiteX2" fmla="*/ 221678 w 221678"/>
              <a:gd name="connsiteY2" fmla="*/ 1312577 h 131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678" h="1312577">
                <a:moveTo>
                  <a:pt x="204630" y="0"/>
                </a:moveTo>
                <a:cubicBezTo>
                  <a:pt x="100923" y="248594"/>
                  <a:pt x="-2784" y="497188"/>
                  <a:pt x="57" y="715951"/>
                </a:cubicBezTo>
                <a:cubicBezTo>
                  <a:pt x="2898" y="934714"/>
                  <a:pt x="112288" y="1123645"/>
                  <a:pt x="221678" y="1312577"/>
                </a:cubicBezTo>
              </a:path>
            </a:pathLst>
          </a:cu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直線矢印コネクタ 53"/>
          <p:cNvCxnSpPr/>
          <p:nvPr/>
        </p:nvCxnSpPr>
        <p:spPr>
          <a:xfrm>
            <a:off x="1244487" y="3463993"/>
            <a:ext cx="0" cy="37400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フリーフォーム 54"/>
          <p:cNvSpPr/>
          <p:nvPr/>
        </p:nvSpPr>
        <p:spPr>
          <a:xfrm>
            <a:off x="204503" y="1338146"/>
            <a:ext cx="400693" cy="1951819"/>
          </a:xfrm>
          <a:custGeom>
            <a:avLst/>
            <a:gdLst>
              <a:gd name="connsiteX0" fmla="*/ 375121 w 400693"/>
              <a:gd name="connsiteY0" fmla="*/ 0 h 1951819"/>
              <a:gd name="connsiteX1" fmla="*/ 70 w 400693"/>
              <a:gd name="connsiteY1" fmla="*/ 1022787 h 1951819"/>
              <a:gd name="connsiteX2" fmla="*/ 400693 w 400693"/>
              <a:gd name="connsiteY2" fmla="*/ 1951819 h 1951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693" h="1951819">
                <a:moveTo>
                  <a:pt x="375121" y="0"/>
                </a:moveTo>
                <a:cubicBezTo>
                  <a:pt x="185464" y="348742"/>
                  <a:pt x="-4192" y="697484"/>
                  <a:pt x="70" y="1022787"/>
                </a:cubicBezTo>
                <a:cubicBezTo>
                  <a:pt x="4332" y="1348090"/>
                  <a:pt x="400693" y="1951819"/>
                  <a:pt x="400693" y="1951819"/>
                </a:cubicBezTo>
              </a:path>
            </a:pathLst>
          </a:cu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矢印コネクタ 55"/>
          <p:cNvCxnSpPr/>
          <p:nvPr/>
        </p:nvCxnSpPr>
        <p:spPr>
          <a:xfrm>
            <a:off x="1243456" y="2849473"/>
            <a:ext cx="0" cy="37400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図 58" descr="latex-image-1.pdf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52" y="3836484"/>
            <a:ext cx="825500" cy="254000"/>
          </a:xfrm>
          <a:prstGeom prst="rect">
            <a:avLst/>
          </a:prstGeom>
        </p:spPr>
      </p:pic>
      <p:pic>
        <p:nvPicPr>
          <p:cNvPr id="60" name="図 59" descr="latex-image-1.pdf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991" y="3837996"/>
            <a:ext cx="825500" cy="254000"/>
          </a:xfrm>
          <a:prstGeom prst="rect">
            <a:avLst/>
          </a:prstGeom>
        </p:spPr>
      </p:pic>
      <p:sp>
        <p:nvSpPr>
          <p:cNvPr id="61" name="フリーフォーム 60"/>
          <p:cNvSpPr/>
          <p:nvPr/>
        </p:nvSpPr>
        <p:spPr>
          <a:xfrm>
            <a:off x="1696254" y="1517134"/>
            <a:ext cx="3119742" cy="1039834"/>
          </a:xfrm>
          <a:custGeom>
            <a:avLst/>
            <a:gdLst>
              <a:gd name="connsiteX0" fmla="*/ 3119742 w 3119742"/>
              <a:gd name="connsiteY0" fmla="*/ 0 h 1039834"/>
              <a:gd name="connsiteX1" fmla="*/ 2165067 w 3119742"/>
              <a:gd name="connsiteY1" fmla="*/ 741521 h 1039834"/>
              <a:gd name="connsiteX2" fmla="*/ 417670 w 3119742"/>
              <a:gd name="connsiteY2" fmla="*/ 852323 h 1039834"/>
              <a:gd name="connsiteX3" fmla="*/ 0 w 3119742"/>
              <a:gd name="connsiteY3" fmla="*/ 1039834 h 1039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9742" h="1039834">
                <a:moveTo>
                  <a:pt x="3119742" y="0"/>
                </a:moveTo>
                <a:cubicBezTo>
                  <a:pt x="2867577" y="299733"/>
                  <a:pt x="2615412" y="599467"/>
                  <a:pt x="2165067" y="741521"/>
                </a:cubicBezTo>
                <a:cubicBezTo>
                  <a:pt x="1714722" y="883575"/>
                  <a:pt x="778514" y="802604"/>
                  <a:pt x="417670" y="852323"/>
                </a:cubicBezTo>
                <a:cubicBezTo>
                  <a:pt x="56825" y="902042"/>
                  <a:pt x="0" y="1039834"/>
                  <a:pt x="0" y="1039834"/>
                </a:cubicBezTo>
              </a:path>
            </a:pathLst>
          </a:cu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フリーフォーム 63"/>
          <p:cNvSpPr/>
          <p:nvPr/>
        </p:nvSpPr>
        <p:spPr>
          <a:xfrm>
            <a:off x="1687730" y="1551227"/>
            <a:ext cx="5942403" cy="1653506"/>
          </a:xfrm>
          <a:custGeom>
            <a:avLst/>
            <a:gdLst>
              <a:gd name="connsiteX0" fmla="*/ 3545937 w 5942403"/>
              <a:gd name="connsiteY0" fmla="*/ 0 h 1653506"/>
              <a:gd name="connsiteX1" fmla="*/ 4875663 w 5942403"/>
              <a:gd name="connsiteY1" fmla="*/ 656288 h 1653506"/>
              <a:gd name="connsiteX2" fmla="*/ 5762147 w 5942403"/>
              <a:gd name="connsiteY2" fmla="*/ 775613 h 1653506"/>
              <a:gd name="connsiteX3" fmla="*/ 5941149 w 5942403"/>
              <a:gd name="connsiteY3" fmla="*/ 1235868 h 1653506"/>
              <a:gd name="connsiteX4" fmla="*/ 5813291 w 5942403"/>
              <a:gd name="connsiteY4" fmla="*/ 1474518 h 1653506"/>
              <a:gd name="connsiteX5" fmla="*/ 5327429 w 5942403"/>
              <a:gd name="connsiteY5" fmla="*/ 1508611 h 1653506"/>
              <a:gd name="connsiteX6" fmla="*/ 1150724 w 5942403"/>
              <a:gd name="connsiteY6" fmla="*/ 1525657 h 1653506"/>
              <a:gd name="connsiteX7" fmla="*/ 0 w 5942403"/>
              <a:gd name="connsiteY7" fmla="*/ 1653506 h 165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403" h="1653506">
                <a:moveTo>
                  <a:pt x="3545937" y="0"/>
                </a:moveTo>
                <a:cubicBezTo>
                  <a:pt x="4026116" y="263509"/>
                  <a:pt x="4506295" y="527019"/>
                  <a:pt x="4875663" y="656288"/>
                </a:cubicBezTo>
                <a:cubicBezTo>
                  <a:pt x="5245031" y="785557"/>
                  <a:pt x="5584566" y="679016"/>
                  <a:pt x="5762147" y="775613"/>
                </a:cubicBezTo>
                <a:cubicBezTo>
                  <a:pt x="5939728" y="872210"/>
                  <a:pt x="5932625" y="1119384"/>
                  <a:pt x="5941149" y="1235868"/>
                </a:cubicBezTo>
                <a:cubicBezTo>
                  <a:pt x="5949673" y="1352352"/>
                  <a:pt x="5915578" y="1429061"/>
                  <a:pt x="5813291" y="1474518"/>
                </a:cubicBezTo>
                <a:cubicBezTo>
                  <a:pt x="5711004" y="1519975"/>
                  <a:pt x="5327429" y="1508611"/>
                  <a:pt x="5327429" y="1508611"/>
                </a:cubicBezTo>
                <a:lnTo>
                  <a:pt x="1150724" y="1525657"/>
                </a:lnTo>
                <a:cubicBezTo>
                  <a:pt x="262819" y="1549806"/>
                  <a:pt x="0" y="1653506"/>
                  <a:pt x="0" y="1653506"/>
                </a:cubicBezTo>
              </a:path>
            </a:pathLst>
          </a:cu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フリーフォーム 64"/>
          <p:cNvSpPr/>
          <p:nvPr/>
        </p:nvSpPr>
        <p:spPr>
          <a:xfrm>
            <a:off x="1619539" y="2838234"/>
            <a:ext cx="3213505" cy="971648"/>
          </a:xfrm>
          <a:custGeom>
            <a:avLst/>
            <a:gdLst>
              <a:gd name="connsiteX0" fmla="*/ 3213505 w 3213505"/>
              <a:gd name="connsiteY0" fmla="*/ 0 h 971648"/>
              <a:gd name="connsiteX1" fmla="*/ 2531594 w 3213505"/>
              <a:gd name="connsiteY1" fmla="*/ 554010 h 971648"/>
              <a:gd name="connsiteX2" fmla="*/ 0 w 3213505"/>
              <a:gd name="connsiteY2" fmla="*/ 971648 h 97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13505" h="971648">
                <a:moveTo>
                  <a:pt x="3213505" y="0"/>
                </a:moveTo>
                <a:cubicBezTo>
                  <a:pt x="3140341" y="196034"/>
                  <a:pt x="3067178" y="392069"/>
                  <a:pt x="2531594" y="554010"/>
                </a:cubicBezTo>
                <a:cubicBezTo>
                  <a:pt x="1996010" y="715951"/>
                  <a:pt x="0" y="971648"/>
                  <a:pt x="0" y="971648"/>
                </a:cubicBezTo>
              </a:path>
            </a:pathLst>
          </a:cu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6" name="図 65" descr="latex-image-1.pdf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53" y="867705"/>
            <a:ext cx="139700" cy="139700"/>
          </a:xfrm>
          <a:prstGeom prst="rect">
            <a:avLst/>
          </a:prstGeom>
        </p:spPr>
      </p:pic>
      <p:pic>
        <p:nvPicPr>
          <p:cNvPr id="67" name="図 66" descr="latex-image-1.pdf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53" y="1784716"/>
            <a:ext cx="139700" cy="139700"/>
          </a:xfrm>
          <a:prstGeom prst="rect">
            <a:avLst/>
          </a:prstGeom>
        </p:spPr>
      </p:pic>
      <p:pic>
        <p:nvPicPr>
          <p:cNvPr id="68" name="図 67" descr="latex-image-1.pdf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77" y="2417268"/>
            <a:ext cx="139700" cy="139700"/>
          </a:xfrm>
          <a:prstGeom prst="rect">
            <a:avLst/>
          </a:prstGeom>
        </p:spPr>
      </p:pic>
      <p:pic>
        <p:nvPicPr>
          <p:cNvPr id="69" name="図 68" descr="latex-image-1.pdf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52" y="1007405"/>
            <a:ext cx="139700" cy="139700"/>
          </a:xfrm>
          <a:prstGeom prst="rect">
            <a:avLst/>
          </a:prstGeom>
        </p:spPr>
      </p:pic>
      <p:pic>
        <p:nvPicPr>
          <p:cNvPr id="71" name="図 70" descr="latex-image-1.pdf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591" y="2007135"/>
            <a:ext cx="139700" cy="139700"/>
          </a:xfrm>
          <a:prstGeom prst="rect">
            <a:avLst/>
          </a:prstGeom>
        </p:spPr>
      </p:pic>
      <p:pic>
        <p:nvPicPr>
          <p:cNvPr id="72" name="図 71" descr="latex-image-1.pdf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020" y="1924416"/>
            <a:ext cx="139700" cy="139700"/>
          </a:xfrm>
          <a:prstGeom prst="rect">
            <a:avLst/>
          </a:prstGeom>
        </p:spPr>
      </p:pic>
      <p:pic>
        <p:nvPicPr>
          <p:cNvPr id="73" name="図 72" descr="latex-image-1.pdf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891" y="3324293"/>
            <a:ext cx="139700" cy="139700"/>
          </a:xfrm>
          <a:prstGeom prst="rect">
            <a:avLst/>
          </a:prstGeom>
        </p:spPr>
      </p:pic>
      <p:pic>
        <p:nvPicPr>
          <p:cNvPr id="74" name="図 73" descr="latex-image-1.pdf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041" y="495112"/>
            <a:ext cx="165100" cy="203200"/>
          </a:xfrm>
          <a:prstGeom prst="rect">
            <a:avLst/>
          </a:prstGeom>
        </p:spPr>
      </p:pic>
      <p:pic>
        <p:nvPicPr>
          <p:cNvPr id="75" name="図 74" descr="latex-image-1.pdf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393" y="1147105"/>
            <a:ext cx="203200" cy="177800"/>
          </a:xfrm>
          <a:prstGeom prst="rect">
            <a:avLst/>
          </a:prstGeom>
        </p:spPr>
      </p:pic>
      <p:pic>
        <p:nvPicPr>
          <p:cNvPr id="76" name="図 75" descr="latex-image-1.pdf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472" y="2468068"/>
            <a:ext cx="203200" cy="177800"/>
          </a:xfrm>
          <a:prstGeom prst="rect">
            <a:avLst/>
          </a:prstGeom>
        </p:spPr>
      </p:pic>
      <p:pic>
        <p:nvPicPr>
          <p:cNvPr id="78" name="図 77" descr="latex-image-1.pdf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190" y="1236005"/>
            <a:ext cx="177800" cy="88900"/>
          </a:xfrm>
          <a:prstGeom prst="rect">
            <a:avLst/>
          </a:prstGeom>
        </p:spPr>
      </p:pic>
      <p:pic>
        <p:nvPicPr>
          <p:cNvPr id="80" name="図 79" descr="latex-image-1.pdf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616" y="1803256"/>
            <a:ext cx="88900" cy="177800"/>
          </a:xfrm>
          <a:prstGeom prst="rect">
            <a:avLst/>
          </a:prstGeom>
        </p:spPr>
      </p:pic>
      <p:pic>
        <p:nvPicPr>
          <p:cNvPr id="81" name="図 80" descr="latex-image-1.pdf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572" y="3766416"/>
            <a:ext cx="88900" cy="177800"/>
          </a:xfrm>
          <a:prstGeom prst="rect">
            <a:avLst/>
          </a:prstGeom>
        </p:spPr>
      </p:pic>
      <p:pic>
        <p:nvPicPr>
          <p:cNvPr id="82" name="図 81" descr="latex-image-1.pdf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395" y="1181061"/>
            <a:ext cx="203200" cy="177800"/>
          </a:xfrm>
          <a:prstGeom prst="rect">
            <a:avLst/>
          </a:prstGeom>
        </p:spPr>
      </p:pic>
      <p:pic>
        <p:nvPicPr>
          <p:cNvPr id="83" name="図 82" descr="latex-image-1.pdf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190" y="2468068"/>
            <a:ext cx="177800" cy="177800"/>
          </a:xfrm>
          <a:prstGeom prst="rect">
            <a:avLst/>
          </a:prstGeom>
        </p:spPr>
      </p:pic>
      <p:pic>
        <p:nvPicPr>
          <p:cNvPr id="84" name="図 83" descr="latex-image-1.pdf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942" y="3134576"/>
            <a:ext cx="177800" cy="177800"/>
          </a:xfrm>
          <a:prstGeom prst="rect">
            <a:avLst/>
          </a:prstGeom>
        </p:spPr>
      </p:pic>
      <p:pic>
        <p:nvPicPr>
          <p:cNvPr id="85" name="図 84" descr="latex-image-1.pdf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695" y="2468068"/>
            <a:ext cx="177800" cy="177800"/>
          </a:xfrm>
          <a:prstGeom prst="rect">
            <a:avLst/>
          </a:prstGeom>
        </p:spPr>
      </p:pic>
      <p:pic>
        <p:nvPicPr>
          <p:cNvPr id="86" name="図 85" descr="latex-image-1.pdf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496" y="3566885"/>
            <a:ext cx="1397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55627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画面に合わせる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ホワイト</vt:lpstr>
      <vt:lpstr>PowerPoint プレゼンテーション</vt:lpstr>
    </vt:vector>
  </TitlesOfParts>
  <Company>名古屋大学情報科学研究科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Shoji Yuen</dc:creator>
  <cp:lastModifiedBy>結縁 祥治</cp:lastModifiedBy>
  <cp:revision>5</cp:revision>
  <dcterms:created xsi:type="dcterms:W3CDTF">2014-11-10T03:48:23Z</dcterms:created>
  <dcterms:modified xsi:type="dcterms:W3CDTF">2018-11-12T10:33:32Z</dcterms:modified>
</cp:coreProperties>
</file>