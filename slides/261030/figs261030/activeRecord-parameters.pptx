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0ECEB7-66D8-A7FF-01C0-6E606659B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2E0AA84-ADA8-FF48-206C-1926D2F42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4DBB8A-9EF2-7922-4A66-F4FCFCE0E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97B3D-2853-404E-8274-EE2A4D0C27D8}" type="datetimeFigureOut">
              <a:rPr kumimoji="1" lang="ja-JP" altLang="en-US" smtClean="0"/>
              <a:t>2023/11/13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C56D4B-A33D-0D3D-64D9-BD3DAEE5B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5EA8AC-5710-A2B3-9E14-92E937EAA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CAFD4-0DCF-419A-99F2-B67B92CFE7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994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6A1400-DA7D-C379-8E75-7F349C390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793EC3-3F7F-8FA0-A3CB-9D3CF7201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F54595-1029-EF88-35E9-AF576F50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97B3D-2853-404E-8274-EE2A4D0C27D8}" type="datetimeFigureOut">
              <a:rPr kumimoji="1" lang="ja-JP" altLang="en-US" smtClean="0"/>
              <a:t>2023/11/13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C9D509-2E8C-BD77-AD9F-C50973EF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6DA6C9-06B5-4DBE-8019-5E03E2A24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CAFD4-0DCF-419A-99F2-B67B92CFE7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4332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C11A80-0F83-A83B-EC50-29BEC6CA1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60E05F-E342-1A90-F8BA-F0A2A8567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90FD50-F79B-77D9-D69B-3E18C2797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97B3D-2853-404E-8274-EE2A4D0C27D8}" type="datetimeFigureOut">
              <a:rPr kumimoji="1" lang="ja-JP" altLang="en-US" smtClean="0"/>
              <a:t>2023/11/13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C7EBF7-7906-8453-9F1A-5C1FF8FC2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EF3586-B8DD-1C04-B97A-FC8F8FF05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CAFD4-0DCF-419A-99F2-B67B92CFE7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6050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E06FEF-5CD7-B86C-B046-CC5AED8E0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DF01BD-E5F6-E90B-7825-C0A056B95A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BC5C37-90A7-7D8B-0106-FB7D33D8E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CF939C-3CD1-3CB0-EBFE-C8040FE3E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97B3D-2853-404E-8274-EE2A4D0C27D8}" type="datetimeFigureOut">
              <a:rPr kumimoji="1" lang="ja-JP" altLang="en-US" smtClean="0"/>
              <a:t>2023/11/13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17BF957-3482-5ECA-9F3A-ED45C765E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ECFC7D-96F9-63A3-AE15-5BAFEE7D8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CAFD4-0DCF-419A-99F2-B67B92CFE7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5517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0B30B2-A0B9-235E-C33A-2C43910D3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71AAD7-83B3-6CD2-6523-A0CFAD30F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80580B-7FCB-888B-ACD1-44AA30449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68E4E12-3668-978E-FCDE-2984259D9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910F2F0-684D-CCCF-2AF0-01E3FF5401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6A42B8A-EA47-094C-E7C4-777B92E7A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97B3D-2853-404E-8274-EE2A4D0C27D8}" type="datetimeFigureOut">
              <a:rPr kumimoji="1" lang="ja-JP" altLang="en-US" smtClean="0"/>
              <a:t>2023/11/13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5E7C586-A241-C322-51C3-686435EDC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D632554-869E-F8B0-4A1C-98494770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CAFD4-0DCF-419A-99F2-B67B92CFE7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991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5FF855-7729-288E-9F37-DF1D4FEC0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19F1690-387A-D43A-365B-04187E205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97B3D-2853-404E-8274-EE2A4D0C27D8}" type="datetimeFigureOut">
              <a:rPr kumimoji="1" lang="ja-JP" altLang="en-US" smtClean="0"/>
              <a:t>2023/11/13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C0090F0-87F6-D8D4-C382-803F055F8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41CF8F3-AE1D-E980-0AD2-CCA391CB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CAFD4-0DCF-419A-99F2-B67B92CFE7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8915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59A6C34-BBDA-A2C4-5859-DB662D244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97B3D-2853-404E-8274-EE2A4D0C27D8}" type="datetimeFigureOut">
              <a:rPr kumimoji="1" lang="ja-JP" altLang="en-US" smtClean="0"/>
              <a:t>2023/11/13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78464E7-FCB9-6B8D-3348-5887076BF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FC6C910-A75C-DF03-2D0F-77519C10A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CAFD4-0DCF-419A-99F2-B67B92CFE7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0040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D2E237-FE54-17B3-73C2-3E937A4DF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82CC81-66F3-6758-D330-87462D418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36047CC-3101-D61A-7E71-394A54C5B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4B47AF-36AD-7E35-CA90-AB1CB9C64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97B3D-2853-404E-8274-EE2A4D0C27D8}" type="datetimeFigureOut">
              <a:rPr kumimoji="1" lang="ja-JP" altLang="en-US" smtClean="0"/>
              <a:t>2023/11/13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877CA6-E3E8-52BF-63AC-BAC4F2662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1A1248-6D25-90AC-20AD-C5BD91D75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CAFD4-0DCF-419A-99F2-B67B92CFE7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14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D07AC4-5388-21BB-3BE1-5CF3AE16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9C6CAC4-B7F9-8995-055D-5A4607685A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EEA1F45-4264-A3FF-0872-DBCAEA330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AC3235-0DE9-94DF-2BE2-CC0C0D185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97B3D-2853-404E-8274-EE2A4D0C27D8}" type="datetimeFigureOut">
              <a:rPr kumimoji="1" lang="ja-JP" altLang="en-US" smtClean="0"/>
              <a:t>2023/11/13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9678B2-D6A7-A2FA-C17F-D81325F9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3970CA-10F6-C9D6-B2C5-362D7B2FA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CAFD4-0DCF-419A-99F2-B67B92CFE7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1116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0082E6-0A2C-1D8C-3D03-BCA976684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6F17C14-C1DE-4781-997C-C76345F70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926E06-D3F5-EC1C-5EAC-A7E031831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97B3D-2853-404E-8274-EE2A4D0C27D8}" type="datetimeFigureOut">
              <a:rPr kumimoji="1" lang="ja-JP" altLang="en-US" smtClean="0"/>
              <a:t>2023/11/13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AE4B0E-5145-EA04-D1D1-3FD1147E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EBFAEF-17CD-8F56-A832-65396B01E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CAFD4-0DCF-419A-99F2-B67B92CFE7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4752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8D8E2C7-C666-10EB-92C7-A062E44906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A7DBB33-03C2-5D04-58E8-6BC2EBF43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73D1C3-4C34-9A02-F118-9A040C114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97B3D-2853-404E-8274-EE2A4D0C27D8}" type="datetimeFigureOut">
              <a:rPr kumimoji="1" lang="ja-JP" altLang="en-US" smtClean="0"/>
              <a:t>2023/11/13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C5B39A-021B-3238-4105-2645653F7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E58440-6B5E-128F-C032-469987C7A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CAFD4-0DCF-419A-99F2-B67B92CFE7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2954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D4DC54E-D45A-DCB8-F68B-D085A02C2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FCD2E41-C0F3-18B2-FCF7-1821D5321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F9C363-C3D1-7E82-97BB-AEDB82EB3F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97B3D-2853-404E-8274-EE2A4D0C27D8}" type="datetimeFigureOut">
              <a:rPr kumimoji="1" lang="ja-JP" altLang="en-US" smtClean="0"/>
              <a:t>2023/11/13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5F76AD-BBBE-67E1-D965-7EAF23B43B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68BED4-7E30-37F5-8DA0-7884247D7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CAFD4-0DCF-419A-99F2-B67B92CFE7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12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9BF6735-CAA5-75C8-49CC-30F2350DEEE4}"/>
              </a:ext>
            </a:extLst>
          </p:cNvPr>
          <p:cNvSpPr/>
          <p:nvPr/>
        </p:nvSpPr>
        <p:spPr>
          <a:xfrm>
            <a:off x="2478156" y="1775792"/>
            <a:ext cx="2279373" cy="31937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8E809C1-5180-D8EE-4913-2DBEED31BC1A}"/>
              </a:ext>
            </a:extLst>
          </p:cNvPr>
          <p:cNvCxnSpPr/>
          <p:nvPr/>
        </p:nvCxnSpPr>
        <p:spPr>
          <a:xfrm>
            <a:off x="1683026" y="4572000"/>
            <a:ext cx="3829878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D39F9DA-F670-FE32-3DFB-1C3D84639B36}"/>
              </a:ext>
            </a:extLst>
          </p:cNvPr>
          <p:cNvSpPr txBox="1"/>
          <p:nvPr/>
        </p:nvSpPr>
        <p:spPr>
          <a:xfrm>
            <a:off x="3179260" y="461434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返り値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8D34154-A3A1-A223-BF47-7428506B153D}"/>
              </a:ext>
            </a:extLst>
          </p:cNvPr>
          <p:cNvCxnSpPr/>
          <p:nvPr/>
        </p:nvCxnSpPr>
        <p:spPr>
          <a:xfrm>
            <a:off x="2478156" y="3372678"/>
            <a:ext cx="227937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B8C0A19-9D45-70F7-676F-F118D3D14FC3}"/>
              </a:ext>
            </a:extLst>
          </p:cNvPr>
          <p:cNvSpPr txBox="1"/>
          <p:nvPr/>
        </p:nvSpPr>
        <p:spPr>
          <a:xfrm>
            <a:off x="3349339" y="424501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%0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6A1B2CC-0DDB-7F83-A042-D92D0DD205EC}"/>
              </a:ext>
            </a:extLst>
          </p:cNvPr>
          <p:cNvSpPr txBox="1"/>
          <p:nvPr/>
        </p:nvSpPr>
        <p:spPr>
          <a:xfrm>
            <a:off x="3179260" y="3418341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%(n-1)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1C43890-8DC6-4C5A-7EB1-F1C11C60FD79}"/>
              </a:ext>
            </a:extLst>
          </p:cNvPr>
          <p:cNvSpPr txBox="1"/>
          <p:nvPr/>
        </p:nvSpPr>
        <p:spPr>
          <a:xfrm>
            <a:off x="3408489" y="2936726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%n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1572E23-8026-AF3C-2980-AB0FCA487C19}"/>
              </a:ext>
            </a:extLst>
          </p:cNvPr>
          <p:cNvSpPr txBox="1"/>
          <p:nvPr/>
        </p:nvSpPr>
        <p:spPr>
          <a:xfrm>
            <a:off x="3179260" y="1763550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%(n+m-1)</a:t>
            </a:r>
            <a:endParaRPr kumimoji="1" lang="ja-JP" altLang="en-US" dirty="0"/>
          </a:p>
        </p:txBody>
      </p:sp>
      <p:sp>
        <p:nvSpPr>
          <p:cNvPr id="14" name="右中かっこ 13">
            <a:extLst>
              <a:ext uri="{FF2B5EF4-FFF2-40B4-BE49-F238E27FC236}">
                <a16:creationId xmlns:a16="http://schemas.microsoft.com/office/drawing/2014/main" id="{029A871B-33B2-38DC-3BA6-C6C419178313}"/>
              </a:ext>
            </a:extLst>
          </p:cNvPr>
          <p:cNvSpPr/>
          <p:nvPr/>
        </p:nvSpPr>
        <p:spPr>
          <a:xfrm>
            <a:off x="4757529" y="3429000"/>
            <a:ext cx="331306" cy="1100644"/>
          </a:xfrm>
          <a:prstGeom prst="righ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E79E862-7273-B607-4F1B-5A628A77F4AF}"/>
              </a:ext>
            </a:extLst>
          </p:cNvPr>
          <p:cNvSpPr txBox="1"/>
          <p:nvPr/>
        </p:nvSpPr>
        <p:spPr>
          <a:xfrm>
            <a:off x="5181600" y="381050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引数</a:t>
            </a:r>
            <a:endParaRPr lang="en-US" altLang="ja-JP" dirty="0"/>
          </a:p>
          <a:p>
            <a:r>
              <a:rPr kumimoji="1" lang="ja-JP" altLang="en-US" dirty="0"/>
              <a:t>領域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DD0A37B-AD7B-05AB-E07F-44FBEE0A9B7E}"/>
              </a:ext>
            </a:extLst>
          </p:cNvPr>
          <p:cNvSpPr txBox="1"/>
          <p:nvPr/>
        </p:nvSpPr>
        <p:spPr>
          <a:xfrm>
            <a:off x="3404641" y="3882524"/>
            <a:ext cx="461665" cy="5471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ja-JP" b="1" dirty="0"/>
              <a:t>︙</a:t>
            </a:r>
            <a:endParaRPr kumimoji="1" lang="ja-JP" altLang="en-US" b="1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2033279-FECF-76BE-9062-029F70EF90C5}"/>
              </a:ext>
            </a:extLst>
          </p:cNvPr>
          <p:cNvSpPr txBox="1"/>
          <p:nvPr/>
        </p:nvSpPr>
        <p:spPr>
          <a:xfrm>
            <a:off x="3404640" y="2366736"/>
            <a:ext cx="461665" cy="5471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ja-JP" b="1" dirty="0"/>
              <a:t>︙</a:t>
            </a:r>
            <a:endParaRPr kumimoji="1" lang="ja-JP" altLang="en-US" b="1" dirty="0"/>
          </a:p>
        </p:txBody>
      </p:sp>
      <p:sp>
        <p:nvSpPr>
          <p:cNvPr id="19" name="右中かっこ 18">
            <a:extLst>
              <a:ext uri="{FF2B5EF4-FFF2-40B4-BE49-F238E27FC236}">
                <a16:creationId xmlns:a16="http://schemas.microsoft.com/office/drawing/2014/main" id="{D38503CC-4248-D645-E9D3-B3C61080744B}"/>
              </a:ext>
            </a:extLst>
          </p:cNvPr>
          <p:cNvSpPr/>
          <p:nvPr/>
        </p:nvSpPr>
        <p:spPr>
          <a:xfrm>
            <a:off x="4757529" y="1827939"/>
            <a:ext cx="331306" cy="1499077"/>
          </a:xfrm>
          <a:prstGeom prst="righ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21808D2-F8C0-2D6E-9459-C551DE2B4678}"/>
              </a:ext>
            </a:extLst>
          </p:cNvPr>
          <p:cNvSpPr txBox="1"/>
          <p:nvPr/>
        </p:nvSpPr>
        <p:spPr>
          <a:xfrm>
            <a:off x="5145705" y="2383658"/>
            <a:ext cx="91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局所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r>
              <a:rPr kumimoji="1" lang="ja-JP" altLang="en-US" dirty="0"/>
              <a:t>領域</a:t>
            </a:r>
          </a:p>
        </p:txBody>
      </p:sp>
    </p:spTree>
    <p:extLst>
      <p:ext uri="{BB962C8B-B14F-4D97-AF65-F5344CB8AC3E}">
        <p14:creationId xmlns:p14="http://schemas.microsoft.com/office/powerpoint/2010/main" val="3323952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</Words>
  <Application>Microsoft Office PowerPoint</Application>
  <PresentationFormat>ワイド画面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YUEN Shoji</dc:creator>
  <cp:lastModifiedBy>YUEN Shoji</cp:lastModifiedBy>
  <cp:revision>1</cp:revision>
  <dcterms:created xsi:type="dcterms:W3CDTF">2023-11-13T14:16:39Z</dcterms:created>
  <dcterms:modified xsi:type="dcterms:W3CDTF">2023-11-13T14:28:49Z</dcterms:modified>
</cp:coreProperties>
</file>