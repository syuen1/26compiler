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-15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46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82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390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41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724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235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149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07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202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01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86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7D532-26B3-DA4F-B868-864EC96E1FBA}" type="datetimeFigureOut">
              <a:rPr kumimoji="1" lang="ja-JP" altLang="en-US" smtClean="0"/>
              <a:t>2014/10/19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EC89-C6D3-2F4B-9C61-B755619D5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213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縦巻き 3"/>
          <p:cNvSpPr/>
          <p:nvPr/>
        </p:nvSpPr>
        <p:spPr>
          <a:xfrm>
            <a:off x="591932" y="505807"/>
            <a:ext cx="2130954" cy="2087803"/>
          </a:xfrm>
          <a:prstGeom prst="verticalScroll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" name="図形グループ 12"/>
          <p:cNvGrpSpPr/>
          <p:nvPr/>
        </p:nvGrpSpPr>
        <p:grpSpPr>
          <a:xfrm>
            <a:off x="1000903" y="903997"/>
            <a:ext cx="1356062" cy="1216091"/>
            <a:chOff x="3906749" y="903997"/>
            <a:chExt cx="1356062" cy="1216091"/>
          </a:xfrm>
        </p:grpSpPr>
        <p:sp>
          <p:nvSpPr>
            <p:cNvPr id="6" name="正方形/長方形 5"/>
            <p:cNvSpPr/>
            <p:nvPr/>
          </p:nvSpPr>
          <p:spPr>
            <a:xfrm>
              <a:off x="3906749" y="903997"/>
              <a:ext cx="1356062" cy="12160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コネクタ 7"/>
            <p:cNvCxnSpPr/>
            <p:nvPr/>
          </p:nvCxnSpPr>
          <p:spPr>
            <a:xfrm>
              <a:off x="4057423" y="1097711"/>
              <a:ext cx="1076240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/>
            <p:cNvCxnSpPr/>
            <p:nvPr/>
          </p:nvCxnSpPr>
          <p:spPr>
            <a:xfrm>
              <a:off x="4057423" y="1250111"/>
              <a:ext cx="1076240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/>
            <p:cNvCxnSpPr/>
            <p:nvPr/>
          </p:nvCxnSpPr>
          <p:spPr>
            <a:xfrm>
              <a:off x="4057423" y="1400777"/>
              <a:ext cx="1076240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/>
            <p:cNvCxnSpPr/>
            <p:nvPr/>
          </p:nvCxnSpPr>
          <p:spPr>
            <a:xfrm>
              <a:off x="4057423" y="1551444"/>
              <a:ext cx="1076240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テキスト ボックス 13"/>
          <p:cNvSpPr txBox="1"/>
          <p:nvPr/>
        </p:nvSpPr>
        <p:spPr>
          <a:xfrm>
            <a:off x="1017229" y="2143347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/>
              <a:t>jjt</a:t>
            </a:r>
            <a:r>
              <a:rPr lang="en-US" altLang="ja-JP" dirty="0" smtClean="0"/>
              <a:t> </a:t>
            </a:r>
            <a:r>
              <a:rPr kumimoji="1" lang="ja-JP" altLang="en-US" dirty="0" smtClean="0"/>
              <a:t>ファイル</a:t>
            </a:r>
            <a:endParaRPr kumimoji="1" lang="ja-JP" altLang="en-US" dirty="0"/>
          </a:p>
        </p:txBody>
      </p:sp>
      <p:sp>
        <p:nvSpPr>
          <p:cNvPr id="15" name="縦巻き 14"/>
          <p:cNvSpPr/>
          <p:nvPr/>
        </p:nvSpPr>
        <p:spPr>
          <a:xfrm>
            <a:off x="3648452" y="485151"/>
            <a:ext cx="1885146" cy="1831251"/>
          </a:xfrm>
          <a:prstGeom prst="verticalScroll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柱 15"/>
          <p:cNvSpPr/>
          <p:nvPr/>
        </p:nvSpPr>
        <p:spPr>
          <a:xfrm>
            <a:off x="3648452" y="2959514"/>
            <a:ext cx="1108527" cy="613426"/>
          </a:xfrm>
          <a:prstGeom prst="can">
            <a:avLst/>
          </a:prstGeom>
          <a:ln>
            <a:solidFill>
              <a:srgbClr val="CCF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円柱 16"/>
          <p:cNvSpPr/>
          <p:nvPr/>
        </p:nvSpPr>
        <p:spPr>
          <a:xfrm>
            <a:off x="6800579" y="1040255"/>
            <a:ext cx="1014174" cy="1022377"/>
          </a:xfrm>
          <a:prstGeom prst="can">
            <a:avLst/>
          </a:prstGeom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18" name="円柱 17"/>
          <p:cNvSpPr/>
          <p:nvPr/>
        </p:nvSpPr>
        <p:spPr>
          <a:xfrm>
            <a:off x="6800579" y="3124409"/>
            <a:ext cx="945836" cy="538093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矢印コネクタ 19"/>
          <p:cNvCxnSpPr/>
          <p:nvPr/>
        </p:nvCxnSpPr>
        <p:spPr>
          <a:xfrm>
            <a:off x="2722886" y="1400777"/>
            <a:ext cx="925566" cy="0"/>
          </a:xfrm>
          <a:prstGeom prst="straightConnector1">
            <a:avLst/>
          </a:prstGeom>
          <a:ln w="603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>
            <a:off x="5641222" y="1400777"/>
            <a:ext cx="925566" cy="0"/>
          </a:xfrm>
          <a:prstGeom prst="straightConnector1">
            <a:avLst/>
          </a:prstGeom>
          <a:ln w="603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/>
          <p:nvPr/>
        </p:nvCxnSpPr>
        <p:spPr>
          <a:xfrm>
            <a:off x="2498602" y="2312755"/>
            <a:ext cx="805453" cy="818948"/>
          </a:xfrm>
          <a:prstGeom prst="straightConnector1">
            <a:avLst/>
          </a:prstGeom>
          <a:ln w="603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5278754" y="3318123"/>
            <a:ext cx="925566" cy="0"/>
          </a:xfrm>
          <a:prstGeom prst="straightConnector1">
            <a:avLst/>
          </a:prstGeom>
          <a:ln w="603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>
            <a:off x="7283632" y="2143347"/>
            <a:ext cx="0" cy="816167"/>
          </a:xfrm>
          <a:prstGeom prst="straightConnector1">
            <a:avLst/>
          </a:prstGeom>
          <a:ln w="603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/>
          <p:cNvSpPr txBox="1"/>
          <p:nvPr/>
        </p:nvSpPr>
        <p:spPr>
          <a:xfrm>
            <a:off x="3562353" y="3684026"/>
            <a:ext cx="145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Java </a:t>
            </a:r>
            <a:r>
              <a:rPr kumimoji="1" lang="ja-JP" altLang="en-US" dirty="0" smtClean="0"/>
              <a:t>ファイル</a:t>
            </a:r>
            <a:endParaRPr kumimoji="1" lang="ja-JP" altLang="en-US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566788" y="571966"/>
            <a:ext cx="145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Java </a:t>
            </a:r>
            <a:r>
              <a:rPr kumimoji="1" lang="ja-JP" altLang="en-US" dirty="0" smtClean="0"/>
              <a:t>ファイル</a:t>
            </a:r>
            <a:endParaRPr kumimoji="1" lang="ja-JP" altLang="en-US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3983804" y="1849385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/>
              <a:t>jj</a:t>
            </a:r>
            <a:r>
              <a:rPr kumimoji="1" lang="en-US" altLang="ja-JP" dirty="0" smtClean="0"/>
              <a:t> </a:t>
            </a:r>
            <a:r>
              <a:rPr kumimoji="1" lang="ja-JP" altLang="en-US" dirty="0" smtClean="0"/>
              <a:t>ファイル</a:t>
            </a:r>
            <a:endParaRPr kumimoji="1" lang="ja-JP" altLang="en-US" dirty="0"/>
          </a:p>
        </p:txBody>
      </p:sp>
      <p:grpSp>
        <p:nvGrpSpPr>
          <p:cNvPr id="30" name="図形グループ 29"/>
          <p:cNvGrpSpPr/>
          <p:nvPr/>
        </p:nvGrpSpPr>
        <p:grpSpPr>
          <a:xfrm>
            <a:off x="3983804" y="792732"/>
            <a:ext cx="1226914" cy="1056654"/>
            <a:chOff x="3906749" y="903997"/>
            <a:chExt cx="1356062" cy="1216091"/>
          </a:xfrm>
        </p:grpSpPr>
        <p:sp>
          <p:nvSpPr>
            <p:cNvPr id="31" name="正方形/長方形 30"/>
            <p:cNvSpPr/>
            <p:nvPr/>
          </p:nvSpPr>
          <p:spPr>
            <a:xfrm>
              <a:off x="3906749" y="903997"/>
              <a:ext cx="1356062" cy="12160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2" name="直線コネクタ 31"/>
            <p:cNvCxnSpPr/>
            <p:nvPr/>
          </p:nvCxnSpPr>
          <p:spPr>
            <a:xfrm>
              <a:off x="4057423" y="1097711"/>
              <a:ext cx="1076240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>
              <a:off x="4057423" y="1250111"/>
              <a:ext cx="1076240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>
              <a:off x="4057423" y="1400777"/>
              <a:ext cx="1076240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コネクタ 34"/>
            <p:cNvCxnSpPr/>
            <p:nvPr/>
          </p:nvCxnSpPr>
          <p:spPr>
            <a:xfrm>
              <a:off x="4057423" y="1551444"/>
              <a:ext cx="1076240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テキスト ボックス 41"/>
          <p:cNvSpPr txBox="1"/>
          <p:nvPr/>
        </p:nvSpPr>
        <p:spPr>
          <a:xfrm>
            <a:off x="6654613" y="3701723"/>
            <a:ext cx="1460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class</a:t>
            </a:r>
            <a:r>
              <a:rPr kumimoji="1" lang="en-US" altLang="ja-JP" dirty="0" smtClean="0"/>
              <a:t> </a:t>
            </a:r>
            <a:r>
              <a:rPr kumimoji="1" lang="ja-JP" altLang="en-US" dirty="0" smtClean="0"/>
              <a:t>ファイル</a:t>
            </a:r>
            <a:endParaRPr kumimoji="1" lang="ja-JP" altLang="en-US" dirty="0"/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2787460" y="898097"/>
            <a:ext cx="682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/>
              <a:t>jjtree</a:t>
            </a:r>
            <a:endParaRPr kumimoji="1" lang="ja-JP" altLang="en-US" dirty="0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5641222" y="982317"/>
            <a:ext cx="760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/>
              <a:t>javacc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67892859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</Words>
  <Application>Microsoft Macintosh PowerPoint</Application>
  <PresentationFormat>画面に合わせる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ホワイト</vt:lpstr>
      <vt:lpstr>PowerPoint プレゼンテーション</vt:lpstr>
    </vt:vector>
  </TitlesOfParts>
  <Company>名古屋大学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結縁 祥治</dc:creator>
  <cp:lastModifiedBy>結縁 祥治</cp:lastModifiedBy>
  <cp:revision>2</cp:revision>
  <dcterms:created xsi:type="dcterms:W3CDTF">2014-10-19T12:13:15Z</dcterms:created>
  <dcterms:modified xsi:type="dcterms:W3CDTF">2014-10-19T12:27:15Z</dcterms:modified>
</cp:coreProperties>
</file>