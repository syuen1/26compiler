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06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11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7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3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39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73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1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97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319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85AB7-BC0E-4FA0-8F96-BFCF404D4200}" type="datetimeFigureOut">
              <a:rPr kumimoji="1" lang="ja-JP" altLang="en-US" smtClean="0"/>
              <a:t>2014/11/23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4975C-2B8A-4555-9252-5F4A7AA30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93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判断 3"/>
          <p:cNvSpPr/>
          <p:nvPr/>
        </p:nvSpPr>
        <p:spPr>
          <a:xfrm>
            <a:off x="2677297" y="1161535"/>
            <a:ext cx="1252152" cy="612648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95624" y="128319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式</a:t>
            </a:r>
            <a:endParaRPr kumimoji="1" lang="ja-JP" altLang="en-US" dirty="0"/>
          </a:p>
        </p:txBody>
      </p:sp>
      <p:cxnSp>
        <p:nvCxnSpPr>
          <p:cNvPr id="7" name="直線矢印コネクタ 6"/>
          <p:cNvCxnSpPr>
            <a:endCxn id="4" idx="0"/>
          </p:cNvCxnSpPr>
          <p:nvPr/>
        </p:nvCxnSpPr>
        <p:spPr>
          <a:xfrm>
            <a:off x="3303373" y="885825"/>
            <a:ext cx="0" cy="275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2677297" y="2030843"/>
            <a:ext cx="1252152" cy="581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095624" y="21366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文</a:t>
            </a:r>
            <a:endParaRPr kumimoji="1" lang="ja-JP" altLang="en-US" dirty="0"/>
          </a:p>
        </p:txBody>
      </p:sp>
      <p:cxnSp>
        <p:nvCxnSpPr>
          <p:cNvPr id="12" name="直線矢印コネクタ 11"/>
          <p:cNvCxnSpPr>
            <a:stCxn id="4" idx="2"/>
            <a:endCxn id="9" idx="0"/>
          </p:cNvCxnSpPr>
          <p:nvPr/>
        </p:nvCxnSpPr>
        <p:spPr>
          <a:xfrm>
            <a:off x="3303373" y="1774183"/>
            <a:ext cx="0" cy="2566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>
            <a:stCxn id="9" idx="2"/>
          </p:cNvCxnSpPr>
          <p:nvPr/>
        </p:nvCxnSpPr>
        <p:spPr>
          <a:xfrm>
            <a:off x="3303373" y="2611868"/>
            <a:ext cx="0" cy="2265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 flipH="1">
            <a:off x="2457450" y="2838450"/>
            <a:ext cx="845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 flipV="1">
            <a:off x="2457450" y="1023680"/>
            <a:ext cx="0" cy="18147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2457450" y="1023680"/>
            <a:ext cx="84592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stCxn id="4" idx="3"/>
          </p:cNvCxnSpPr>
          <p:nvPr/>
        </p:nvCxnSpPr>
        <p:spPr>
          <a:xfrm>
            <a:off x="3929449" y="1467859"/>
            <a:ext cx="2806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>
            <a:off x="4210050" y="1467859"/>
            <a:ext cx="0" cy="1580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 flipH="1">
            <a:off x="3303373" y="3048000"/>
            <a:ext cx="9066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>
            <a:off x="3303373" y="3048000"/>
            <a:ext cx="0" cy="2000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グループ化 32"/>
          <p:cNvGrpSpPr/>
          <p:nvPr/>
        </p:nvGrpSpPr>
        <p:grpSpPr>
          <a:xfrm>
            <a:off x="3303373" y="913885"/>
            <a:ext cx="894958" cy="335908"/>
            <a:chOff x="6610350" y="1467859"/>
            <a:chExt cx="894958" cy="335908"/>
          </a:xfrm>
        </p:grpSpPr>
        <p:sp>
          <p:nvSpPr>
            <p:cNvPr id="31" name="テキスト ボックス 30"/>
            <p:cNvSpPr txBox="1"/>
            <p:nvPr/>
          </p:nvSpPr>
          <p:spPr>
            <a:xfrm>
              <a:off x="6610350" y="1467859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/>
                <a:t>文</a:t>
              </a:r>
              <a:r>
                <a:rPr kumimoji="1" lang="en-US" altLang="ja-JP" sz="1400" dirty="0" smtClean="0"/>
                <a:t>.label</a:t>
              </a:r>
              <a:endParaRPr kumimoji="1" lang="ja-JP" altLang="en-US" sz="1400" dirty="0"/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7242094" y="152676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 smtClean="0"/>
                <a:t>1</a:t>
              </a:r>
              <a:endParaRPr kumimoji="1" lang="ja-JP" altLang="en-US" sz="1200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2457450" y="3079558"/>
            <a:ext cx="894958" cy="335908"/>
            <a:chOff x="6610350" y="1467859"/>
            <a:chExt cx="894958" cy="335908"/>
          </a:xfrm>
        </p:grpSpPr>
        <p:sp>
          <p:nvSpPr>
            <p:cNvPr id="35" name="テキスト ボックス 34"/>
            <p:cNvSpPr txBox="1"/>
            <p:nvPr/>
          </p:nvSpPr>
          <p:spPr>
            <a:xfrm>
              <a:off x="6610350" y="1467859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/>
                <a:t>文</a:t>
              </a:r>
              <a:r>
                <a:rPr kumimoji="1" lang="en-US" altLang="ja-JP" sz="1400" dirty="0" smtClean="0"/>
                <a:t>.label</a:t>
              </a:r>
              <a:endParaRPr kumimoji="1" lang="ja-JP" altLang="en-US" sz="1400" dirty="0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7242094" y="152676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 smtClean="0"/>
                <a:t>2</a:t>
              </a:r>
              <a:endParaRPr kumimoji="1" lang="ja-JP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23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結縁祥治</dc:creator>
  <cp:lastModifiedBy>結縁祥治</cp:lastModifiedBy>
  <cp:revision>2</cp:revision>
  <dcterms:created xsi:type="dcterms:W3CDTF">2014-11-23T08:19:31Z</dcterms:created>
  <dcterms:modified xsi:type="dcterms:W3CDTF">2014-11-23T08:21:44Z</dcterms:modified>
</cp:coreProperties>
</file>